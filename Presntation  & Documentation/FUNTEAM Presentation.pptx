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ublic Sans" panose="020B0604020202020204" charset="0"/>
      <p:regular r:id="rId8"/>
    </p:embeddedFont>
    <p:embeddedFont>
      <p:font typeface="Public Sans Bold" panose="020B0604020202020204" charset="0"/>
      <p:regular r:id="rId9"/>
    </p:embeddedFont>
    <p:embeddedFont>
      <p:font typeface="Public Sans Medium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9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арья Скворцова" userId="3d0e3fd5e6399ded" providerId="LiveId" clId="{93B79702-A708-4548-88B6-CD6E18547CC5}"/>
    <pc:docChg chg="modSld">
      <pc:chgData name="Дарья Скворцова" userId="3d0e3fd5e6399ded" providerId="LiveId" clId="{93B79702-A708-4548-88B6-CD6E18547CC5}" dt="2026-03-23T20:40:20.429" v="2" actId="14100"/>
      <pc:docMkLst>
        <pc:docMk/>
      </pc:docMkLst>
      <pc:sldChg chg="modSp mod">
        <pc:chgData name="Дарья Скворцова" userId="3d0e3fd5e6399ded" providerId="LiveId" clId="{93B79702-A708-4548-88B6-CD6E18547CC5}" dt="2026-03-23T20:40:20.429" v="2" actId="14100"/>
        <pc:sldMkLst>
          <pc:docMk/>
          <pc:sldMk cId="0" sldId="260"/>
        </pc:sldMkLst>
        <pc:grpChg chg="mod">
          <ac:chgData name="Дарья Скворцова" userId="3d0e3fd5e6399ded" providerId="LiveId" clId="{93B79702-A708-4548-88B6-CD6E18547CC5}" dt="2026-03-23T20:40:20.429" v="2" actId="14100"/>
          <ac:grpSpMkLst>
            <pc:docMk/>
            <pc:sldMk cId="0" sldId="260"/>
            <ac:grpSpMk id="2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7132" y="2623628"/>
            <a:ext cx="13313735" cy="5325494"/>
          </a:xfrm>
          <a:custGeom>
            <a:avLst/>
            <a:gdLst/>
            <a:ahLst/>
            <a:cxnLst/>
            <a:rect l="l" t="t" r="r" b="b"/>
            <a:pathLst>
              <a:path w="13313735" h="5325494">
                <a:moveTo>
                  <a:pt x="0" y="0"/>
                </a:moveTo>
                <a:lnTo>
                  <a:pt x="13313736" y="0"/>
                </a:lnTo>
                <a:lnTo>
                  <a:pt x="13313736" y="5325494"/>
                </a:lnTo>
                <a:lnTo>
                  <a:pt x="0" y="532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992901" y="3978149"/>
            <a:ext cx="14302199" cy="175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199"/>
              </a:lnSpc>
            </a:pPr>
            <a:r>
              <a:rPr lang="en-US" sz="131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FUNTEAM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13860" y="364205"/>
            <a:ext cx="8495635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TEAM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07427" y="364205"/>
            <a:ext cx="4105046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671B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8505" y="7108837"/>
            <a:ext cx="10957195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4570" y="2428478"/>
            <a:ext cx="9091339" cy="9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9"/>
              </a:lnSpc>
            </a:pPr>
            <a:r>
              <a:rPr lang="en-US" sz="5549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STAGES OF REALISATION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07427" y="2351670"/>
            <a:ext cx="4105046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671B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860" y="4339134"/>
            <a:ext cx="8495635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USED APPS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07427" y="4339134"/>
            <a:ext cx="4105046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671B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4907427" y="1388143"/>
            <a:ext cx="1290206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V="1">
            <a:off x="4907427" y="2381875"/>
            <a:ext cx="1290206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4907427" y="3375607"/>
            <a:ext cx="1290206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4907427" y="4369340"/>
            <a:ext cx="1290206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4907427" y="5363072"/>
            <a:ext cx="1290206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962963"/>
            <a:ext cx="2586486" cy="2593045"/>
            <a:chOff x="0" y="0"/>
            <a:chExt cx="659848" cy="6615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9848" cy="661522"/>
            </a:xfrm>
            <a:custGeom>
              <a:avLst/>
              <a:gdLst/>
              <a:ahLst/>
              <a:cxnLst/>
              <a:rect l="l" t="t" r="r" b="b"/>
              <a:pathLst>
                <a:path w="659848" h="661522">
                  <a:moveTo>
                    <a:pt x="0" y="0"/>
                  </a:moveTo>
                  <a:lnTo>
                    <a:pt x="659848" y="0"/>
                  </a:lnTo>
                  <a:lnTo>
                    <a:pt x="659848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59848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191940"/>
            <a:ext cx="2559607" cy="2566099"/>
            <a:chOff x="0" y="0"/>
            <a:chExt cx="659848" cy="661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9848" cy="661522"/>
            </a:xfrm>
            <a:custGeom>
              <a:avLst/>
              <a:gdLst/>
              <a:ahLst/>
              <a:cxnLst/>
              <a:rect l="l" t="t" r="r" b="b"/>
              <a:pathLst>
                <a:path w="659848" h="661522">
                  <a:moveTo>
                    <a:pt x="0" y="0"/>
                  </a:moveTo>
                  <a:lnTo>
                    <a:pt x="659848" y="0"/>
                  </a:lnTo>
                  <a:lnTo>
                    <a:pt x="659848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659848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81979" y="6064474"/>
            <a:ext cx="2485231" cy="2491534"/>
            <a:chOff x="0" y="0"/>
            <a:chExt cx="659848" cy="661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9848" cy="661522"/>
            </a:xfrm>
            <a:custGeom>
              <a:avLst/>
              <a:gdLst/>
              <a:ahLst/>
              <a:cxnLst/>
              <a:rect l="l" t="t" r="r" b="b"/>
              <a:pathLst>
                <a:path w="659848" h="661522">
                  <a:moveTo>
                    <a:pt x="0" y="0"/>
                  </a:moveTo>
                  <a:lnTo>
                    <a:pt x="659848" y="0"/>
                  </a:lnTo>
                  <a:lnTo>
                    <a:pt x="659848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659848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81979" y="1266505"/>
            <a:ext cx="2485231" cy="2491534"/>
            <a:chOff x="0" y="0"/>
            <a:chExt cx="659848" cy="6615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9848" cy="661522"/>
            </a:xfrm>
            <a:custGeom>
              <a:avLst/>
              <a:gdLst/>
              <a:ahLst/>
              <a:cxnLst/>
              <a:rect l="l" t="t" r="r" b="b"/>
              <a:pathLst>
                <a:path w="659848" h="661522">
                  <a:moveTo>
                    <a:pt x="0" y="0"/>
                  </a:moveTo>
                  <a:lnTo>
                    <a:pt x="659848" y="0"/>
                  </a:lnTo>
                  <a:lnTo>
                    <a:pt x="659848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659848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86486" y="5962963"/>
            <a:ext cx="6162018" cy="2593045"/>
            <a:chOff x="0" y="0"/>
            <a:chExt cx="1572016" cy="6615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72016" cy="661522"/>
            </a:xfrm>
            <a:custGeom>
              <a:avLst/>
              <a:gdLst/>
              <a:ahLst/>
              <a:cxnLst/>
              <a:rect l="l" t="t" r="r" b="b"/>
              <a:pathLst>
                <a:path w="1572016" h="661522">
                  <a:moveTo>
                    <a:pt x="0" y="0"/>
                  </a:moveTo>
                  <a:lnTo>
                    <a:pt x="1572016" y="0"/>
                  </a:lnTo>
                  <a:lnTo>
                    <a:pt x="1572016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572016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59607" y="1191940"/>
            <a:ext cx="6097983" cy="2566099"/>
            <a:chOff x="0" y="0"/>
            <a:chExt cx="1572016" cy="6615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72016" cy="661522"/>
            </a:xfrm>
            <a:custGeom>
              <a:avLst/>
              <a:gdLst/>
              <a:ahLst/>
              <a:cxnLst/>
              <a:rect l="l" t="t" r="r" b="b"/>
              <a:pathLst>
                <a:path w="1572016" h="661522">
                  <a:moveTo>
                    <a:pt x="0" y="0"/>
                  </a:moveTo>
                  <a:lnTo>
                    <a:pt x="1572016" y="0"/>
                  </a:lnTo>
                  <a:lnTo>
                    <a:pt x="1572016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572016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67210" y="6064474"/>
            <a:ext cx="5920790" cy="2491534"/>
            <a:chOff x="0" y="0"/>
            <a:chExt cx="1572016" cy="66152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72016" cy="661522"/>
            </a:xfrm>
            <a:custGeom>
              <a:avLst/>
              <a:gdLst/>
              <a:ahLst/>
              <a:cxnLst/>
              <a:rect l="l" t="t" r="r" b="b"/>
              <a:pathLst>
                <a:path w="1572016" h="661522">
                  <a:moveTo>
                    <a:pt x="0" y="0"/>
                  </a:moveTo>
                  <a:lnTo>
                    <a:pt x="1572016" y="0"/>
                  </a:lnTo>
                  <a:lnTo>
                    <a:pt x="1572016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572016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67210" y="1266505"/>
            <a:ext cx="5920790" cy="2491534"/>
            <a:chOff x="0" y="0"/>
            <a:chExt cx="1572016" cy="6615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72016" cy="661522"/>
            </a:xfrm>
            <a:custGeom>
              <a:avLst/>
              <a:gdLst/>
              <a:ahLst/>
              <a:cxnLst/>
              <a:rect l="l" t="t" r="r" b="b"/>
              <a:pathLst>
                <a:path w="1572016" h="661522">
                  <a:moveTo>
                    <a:pt x="0" y="0"/>
                  </a:moveTo>
                  <a:lnTo>
                    <a:pt x="1572016" y="0"/>
                  </a:lnTo>
                  <a:lnTo>
                    <a:pt x="1572016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572016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925048" y="6424032"/>
            <a:ext cx="5144471" cy="88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39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АЛЕКСАНДЪР ИВАЙЛОВ ПЕТРОВ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25048" y="1641678"/>
            <a:ext cx="6071105" cy="84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3301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АНГЕЛ ПИЕРРЕ АНДРЕ ФРИЕДИРИШ </a:t>
            </a:r>
          </a:p>
          <a:p>
            <a:pPr algn="l">
              <a:lnSpc>
                <a:spcPts val="75"/>
              </a:lnSpc>
            </a:pPr>
            <a:endParaRPr lang="en-US" sz="3301" b="1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620735" y="6392302"/>
            <a:ext cx="4943078" cy="91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3514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МИРОСЛАВА ИВАНОВНА ХМАРА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20735" y="1649791"/>
            <a:ext cx="5413740" cy="875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sz="3325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НИКИТА СЕРГЕЕВИЧ КОЩЕЕВ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06063" y="7547788"/>
            <a:ext cx="5144471" cy="52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8"/>
              </a:lnSpc>
            </a:pPr>
            <a:r>
              <a:rPr lang="en-US" sz="3848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FrontEnd Developer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073786" y="2760890"/>
            <a:ext cx="5091011" cy="523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8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Scrum Trainer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66447" y="7599020"/>
            <a:ext cx="4943078" cy="49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36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Designer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866447" y="2801050"/>
            <a:ext cx="4943078" cy="49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3698" b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Backend Developer</a:t>
            </a:r>
          </a:p>
        </p:txBody>
      </p:sp>
      <p:sp>
        <p:nvSpPr>
          <p:cNvPr id="34" name="AutoShape 34"/>
          <p:cNvSpPr/>
          <p:nvPr/>
        </p:nvSpPr>
        <p:spPr>
          <a:xfrm>
            <a:off x="2586486" y="7259486"/>
            <a:ext cx="61620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2559607" y="2464912"/>
            <a:ext cx="6097983" cy="100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>
            <a:off x="12367210" y="7310241"/>
            <a:ext cx="592079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 flipV="1">
            <a:off x="12367210" y="2512272"/>
            <a:ext cx="592079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653776" y="1848961"/>
            <a:ext cx="1252056" cy="1252056"/>
          </a:xfrm>
          <a:custGeom>
            <a:avLst/>
            <a:gdLst/>
            <a:ahLst/>
            <a:cxnLst/>
            <a:rect l="l" t="t" r="r" b="b"/>
            <a:pathLst>
              <a:path w="1252056" h="1252056">
                <a:moveTo>
                  <a:pt x="0" y="0"/>
                </a:moveTo>
                <a:lnTo>
                  <a:pt x="1252056" y="0"/>
                </a:lnTo>
                <a:lnTo>
                  <a:pt x="1252056" y="1252056"/>
                </a:lnTo>
                <a:lnTo>
                  <a:pt x="0" y="12520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0516757" y="1904435"/>
            <a:ext cx="1215674" cy="1215674"/>
          </a:xfrm>
          <a:custGeom>
            <a:avLst/>
            <a:gdLst/>
            <a:ahLst/>
            <a:cxnLst/>
            <a:rect l="l" t="t" r="r" b="b"/>
            <a:pathLst>
              <a:path w="1215674" h="1215674">
                <a:moveTo>
                  <a:pt x="0" y="0"/>
                </a:moveTo>
                <a:lnTo>
                  <a:pt x="1215674" y="0"/>
                </a:lnTo>
                <a:lnTo>
                  <a:pt x="1215674" y="1215674"/>
                </a:lnTo>
                <a:lnTo>
                  <a:pt x="0" y="1215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660641" y="6626884"/>
            <a:ext cx="1265204" cy="1265204"/>
          </a:xfrm>
          <a:custGeom>
            <a:avLst/>
            <a:gdLst/>
            <a:ahLst/>
            <a:cxnLst/>
            <a:rect l="l" t="t" r="r" b="b"/>
            <a:pathLst>
              <a:path w="1265204" h="1265204">
                <a:moveTo>
                  <a:pt x="0" y="0"/>
                </a:moveTo>
                <a:lnTo>
                  <a:pt x="1265204" y="0"/>
                </a:lnTo>
                <a:lnTo>
                  <a:pt x="1265204" y="1265204"/>
                </a:lnTo>
                <a:lnTo>
                  <a:pt x="0" y="126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0516757" y="6702404"/>
            <a:ext cx="1215674" cy="1215674"/>
          </a:xfrm>
          <a:custGeom>
            <a:avLst/>
            <a:gdLst/>
            <a:ahLst/>
            <a:cxnLst/>
            <a:rect l="l" t="t" r="r" b="b"/>
            <a:pathLst>
              <a:path w="1215674" h="1215674">
                <a:moveTo>
                  <a:pt x="0" y="0"/>
                </a:moveTo>
                <a:lnTo>
                  <a:pt x="1215674" y="0"/>
                </a:lnTo>
                <a:lnTo>
                  <a:pt x="1215674" y="1215674"/>
                </a:lnTo>
                <a:lnTo>
                  <a:pt x="0" y="1215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8505" y="6470273"/>
            <a:ext cx="8474107" cy="2511715"/>
            <a:chOff x="0" y="0"/>
            <a:chExt cx="2231864" cy="6615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1864" cy="661522"/>
            </a:xfrm>
            <a:custGeom>
              <a:avLst/>
              <a:gdLst/>
              <a:ahLst/>
              <a:cxnLst/>
              <a:rect l="l" t="t" r="r" b="b"/>
              <a:pathLst>
                <a:path w="2231864" h="661522">
                  <a:moveTo>
                    <a:pt x="0" y="0"/>
                  </a:moveTo>
                  <a:lnTo>
                    <a:pt x="2231864" y="0"/>
                  </a:lnTo>
                  <a:lnTo>
                    <a:pt x="2231864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31864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8505" y="3482308"/>
            <a:ext cx="8474107" cy="2511715"/>
            <a:chOff x="0" y="0"/>
            <a:chExt cx="2231864" cy="661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1864" cy="661522"/>
            </a:xfrm>
            <a:custGeom>
              <a:avLst/>
              <a:gdLst/>
              <a:ahLst/>
              <a:cxnLst/>
              <a:rect l="l" t="t" r="r" b="b"/>
              <a:pathLst>
                <a:path w="2231864" h="661522">
                  <a:moveTo>
                    <a:pt x="0" y="0"/>
                  </a:moveTo>
                  <a:lnTo>
                    <a:pt x="2231864" y="0"/>
                  </a:lnTo>
                  <a:lnTo>
                    <a:pt x="2231864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231864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13860" y="3482308"/>
            <a:ext cx="8474107" cy="2511715"/>
            <a:chOff x="0" y="0"/>
            <a:chExt cx="2231864" cy="661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31864" cy="661522"/>
            </a:xfrm>
            <a:custGeom>
              <a:avLst/>
              <a:gdLst/>
              <a:ahLst/>
              <a:cxnLst/>
              <a:rect l="l" t="t" r="r" b="b"/>
              <a:pathLst>
                <a:path w="2231864" h="661522">
                  <a:moveTo>
                    <a:pt x="0" y="0"/>
                  </a:moveTo>
                  <a:lnTo>
                    <a:pt x="2231864" y="0"/>
                  </a:lnTo>
                  <a:lnTo>
                    <a:pt x="2231864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231864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13860" y="6470273"/>
            <a:ext cx="8474107" cy="2511715"/>
            <a:chOff x="0" y="0"/>
            <a:chExt cx="2231864" cy="6615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31864" cy="661522"/>
            </a:xfrm>
            <a:custGeom>
              <a:avLst/>
              <a:gdLst/>
              <a:ahLst/>
              <a:cxnLst/>
              <a:rect l="l" t="t" r="r" b="b"/>
              <a:pathLst>
                <a:path w="2231864" h="661522">
                  <a:moveTo>
                    <a:pt x="0" y="0"/>
                  </a:moveTo>
                  <a:lnTo>
                    <a:pt x="2231864" y="0"/>
                  </a:lnTo>
                  <a:lnTo>
                    <a:pt x="2231864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231864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62568" y="6470273"/>
            <a:ext cx="1290045" cy="1293317"/>
            <a:chOff x="0" y="0"/>
            <a:chExt cx="659848" cy="6615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9848" cy="661522"/>
            </a:xfrm>
            <a:custGeom>
              <a:avLst/>
              <a:gdLst/>
              <a:ahLst/>
              <a:cxnLst/>
              <a:rect l="l" t="t" r="r" b="b"/>
              <a:pathLst>
                <a:path w="659848" h="661522">
                  <a:moveTo>
                    <a:pt x="0" y="0"/>
                  </a:moveTo>
                  <a:lnTo>
                    <a:pt x="659848" y="0"/>
                  </a:lnTo>
                  <a:lnTo>
                    <a:pt x="659848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659848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62568" y="3482308"/>
            <a:ext cx="1290045" cy="1293317"/>
            <a:chOff x="0" y="0"/>
            <a:chExt cx="659848" cy="6615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9848" cy="661522"/>
            </a:xfrm>
            <a:custGeom>
              <a:avLst/>
              <a:gdLst/>
              <a:ahLst/>
              <a:cxnLst/>
              <a:rect l="l" t="t" r="r" b="b"/>
              <a:pathLst>
                <a:path w="659848" h="661522">
                  <a:moveTo>
                    <a:pt x="0" y="0"/>
                  </a:moveTo>
                  <a:lnTo>
                    <a:pt x="659848" y="0"/>
                  </a:lnTo>
                  <a:lnTo>
                    <a:pt x="659848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659848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497922" y="3482308"/>
            <a:ext cx="1290045" cy="1293317"/>
            <a:chOff x="0" y="0"/>
            <a:chExt cx="659848" cy="66152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59848" cy="661522"/>
            </a:xfrm>
            <a:custGeom>
              <a:avLst/>
              <a:gdLst/>
              <a:ahLst/>
              <a:cxnLst/>
              <a:rect l="l" t="t" r="r" b="b"/>
              <a:pathLst>
                <a:path w="659848" h="661522">
                  <a:moveTo>
                    <a:pt x="0" y="0"/>
                  </a:moveTo>
                  <a:lnTo>
                    <a:pt x="659848" y="0"/>
                  </a:lnTo>
                  <a:lnTo>
                    <a:pt x="659848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659848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497922" y="6470273"/>
            <a:ext cx="1290045" cy="1293317"/>
            <a:chOff x="0" y="0"/>
            <a:chExt cx="659848" cy="6615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9848" cy="661522"/>
            </a:xfrm>
            <a:custGeom>
              <a:avLst/>
              <a:gdLst/>
              <a:ahLst/>
              <a:cxnLst/>
              <a:rect l="l" t="t" r="r" b="b"/>
              <a:pathLst>
                <a:path w="659848" h="661522">
                  <a:moveTo>
                    <a:pt x="0" y="0"/>
                  </a:moveTo>
                  <a:lnTo>
                    <a:pt x="659848" y="0"/>
                  </a:lnTo>
                  <a:lnTo>
                    <a:pt x="659848" y="661522"/>
                  </a:lnTo>
                  <a:lnTo>
                    <a:pt x="0" y="66152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659848" cy="690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78505" y="669005"/>
            <a:ext cx="17309462" cy="141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46"/>
              </a:lnSpc>
            </a:pPr>
            <a:r>
              <a:rPr lang="en-US" sz="10546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STAGES OF REALISATION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4190" y="7272099"/>
            <a:ext cx="4882903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3.DEVELOPMENT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3353" y="4284135"/>
            <a:ext cx="4882903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1.ORGANISATION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18708" y="4288897"/>
            <a:ext cx="4882903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2.DECIDE IDEA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18708" y="7215280"/>
            <a:ext cx="4882903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4.PRESENTATION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83353" y="7768352"/>
            <a:ext cx="641934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883353" y="4780387"/>
            <a:ext cx="641934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9718708" y="4780387"/>
            <a:ext cx="641934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9718708" y="7768352"/>
            <a:ext cx="641934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flipH="1" flipV="1">
            <a:off x="7992071" y="3813448"/>
            <a:ext cx="631038" cy="631038"/>
          </a:xfrm>
          <a:custGeom>
            <a:avLst/>
            <a:gdLst/>
            <a:ahLst/>
            <a:cxnLst/>
            <a:rect l="l" t="t" r="r" b="b"/>
            <a:pathLst>
              <a:path w="631038" h="631038">
                <a:moveTo>
                  <a:pt x="631038" y="631037"/>
                </a:moveTo>
                <a:lnTo>
                  <a:pt x="0" y="631037"/>
                </a:lnTo>
                <a:lnTo>
                  <a:pt x="0" y="0"/>
                </a:lnTo>
                <a:lnTo>
                  <a:pt x="631038" y="0"/>
                </a:lnTo>
                <a:lnTo>
                  <a:pt x="631038" y="6310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 flipH="1" flipV="1">
            <a:off x="16827426" y="3813448"/>
            <a:ext cx="631038" cy="631038"/>
          </a:xfrm>
          <a:custGeom>
            <a:avLst/>
            <a:gdLst/>
            <a:ahLst/>
            <a:cxnLst/>
            <a:rect l="l" t="t" r="r" b="b"/>
            <a:pathLst>
              <a:path w="631038" h="631038">
                <a:moveTo>
                  <a:pt x="631038" y="631037"/>
                </a:moveTo>
                <a:lnTo>
                  <a:pt x="0" y="631037"/>
                </a:lnTo>
                <a:lnTo>
                  <a:pt x="0" y="0"/>
                </a:lnTo>
                <a:lnTo>
                  <a:pt x="631038" y="0"/>
                </a:lnTo>
                <a:lnTo>
                  <a:pt x="631038" y="6310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 flipH="1" flipV="1">
            <a:off x="7992071" y="6801412"/>
            <a:ext cx="631038" cy="631038"/>
          </a:xfrm>
          <a:custGeom>
            <a:avLst/>
            <a:gdLst/>
            <a:ahLst/>
            <a:cxnLst/>
            <a:rect l="l" t="t" r="r" b="b"/>
            <a:pathLst>
              <a:path w="631038" h="631038">
                <a:moveTo>
                  <a:pt x="631038" y="631038"/>
                </a:moveTo>
                <a:lnTo>
                  <a:pt x="0" y="631038"/>
                </a:lnTo>
                <a:lnTo>
                  <a:pt x="0" y="0"/>
                </a:lnTo>
                <a:lnTo>
                  <a:pt x="631038" y="0"/>
                </a:lnTo>
                <a:lnTo>
                  <a:pt x="631038" y="6310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 flipH="1" flipV="1">
            <a:off x="16827426" y="6801412"/>
            <a:ext cx="631038" cy="631038"/>
          </a:xfrm>
          <a:custGeom>
            <a:avLst/>
            <a:gdLst/>
            <a:ahLst/>
            <a:cxnLst/>
            <a:rect l="l" t="t" r="r" b="b"/>
            <a:pathLst>
              <a:path w="631038" h="631038">
                <a:moveTo>
                  <a:pt x="631038" y="631038"/>
                </a:moveTo>
                <a:lnTo>
                  <a:pt x="0" y="631038"/>
                </a:lnTo>
                <a:lnTo>
                  <a:pt x="0" y="0"/>
                </a:lnTo>
                <a:lnTo>
                  <a:pt x="631038" y="0"/>
                </a:lnTo>
                <a:lnTo>
                  <a:pt x="631038" y="6310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6106234" y="-1481324"/>
            <a:ext cx="5911496" cy="18324916"/>
            <a:chOff x="0" y="0"/>
            <a:chExt cx="1556937" cy="48861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6937" cy="4886174"/>
            </a:xfrm>
            <a:custGeom>
              <a:avLst/>
              <a:gdLst/>
              <a:ahLst/>
              <a:cxnLst/>
              <a:rect l="l" t="t" r="r" b="b"/>
              <a:pathLst>
                <a:path w="1556937" h="4886174">
                  <a:moveTo>
                    <a:pt x="0" y="0"/>
                  </a:moveTo>
                  <a:lnTo>
                    <a:pt x="1556937" y="0"/>
                  </a:lnTo>
                  <a:lnTo>
                    <a:pt x="1556937" y="4886174"/>
                  </a:lnTo>
                  <a:lnTo>
                    <a:pt x="0" y="4886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556937" cy="4914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27753" y="6408556"/>
            <a:ext cx="825638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35819" y="8978486"/>
            <a:ext cx="825638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9553113" y="6361868"/>
            <a:ext cx="825638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503105" y="594309"/>
            <a:ext cx="8890474" cy="162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49"/>
              </a:lnSpc>
            </a:pPr>
            <a:r>
              <a:rPr lang="en-US" sz="1214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USED APPS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327753" y="8029796"/>
            <a:ext cx="7082991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60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PLATFORM:GITHUB , VS AND VISUAL STUDIO CODE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327753" y="5915170"/>
            <a:ext cx="4882903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60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LANGUAGE: C++</a:t>
            </a:r>
          </a:p>
          <a:p>
            <a:pPr algn="l">
              <a:lnSpc>
                <a:spcPts val="3600"/>
              </a:lnSpc>
            </a:pPr>
            <a:endParaRPr lang="en-US" sz="3600" b="1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53113" y="5411322"/>
            <a:ext cx="7145229" cy="95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1" lvl="1" indent="-388621" algn="l">
              <a:lnSpc>
                <a:spcPts val="360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LIBRARIES: STL (VECTOR, STRING), CSTDLIB, CTIME</a:t>
            </a:r>
          </a:p>
          <a:p>
            <a:pPr algn="l">
              <a:lnSpc>
                <a:spcPts val="400"/>
              </a:lnSpc>
            </a:pPr>
            <a:endParaRPr lang="en-US" sz="3600" b="1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78884" y="7681133"/>
            <a:ext cx="9109116" cy="129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7416" lvl="1" indent="-358708" algn="l">
              <a:lnSpc>
                <a:spcPts val="3322"/>
              </a:lnSpc>
              <a:buFont typeface="Arial"/>
              <a:buChar char="•"/>
            </a:pPr>
            <a:r>
              <a:rPr lang="en-US" sz="3322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DOCUMENTATION &amp; PRESENTATION:CANVA, POWER POINT AND WORD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9646581" y="8968961"/>
            <a:ext cx="8577857" cy="476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453890"/>
            <a:ext cx="16230600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Thank you for your attention!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id="7" name="Group 7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 rot="-10800000">
            <a:off x="0" y="0"/>
            <a:ext cx="3754522" cy="3754522"/>
            <a:chOff x="0" y="0"/>
            <a:chExt cx="5006029" cy="5006029"/>
          </a:xfrm>
        </p:grpSpPr>
        <p:grpSp>
          <p:nvGrpSpPr>
            <p:cNvPr id="30" name="Group 30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Custom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Public Sans Medium</vt:lpstr>
      <vt:lpstr>Calibri</vt:lpstr>
      <vt:lpstr>Public Sans Bold</vt:lpstr>
      <vt:lpstr>Public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FUNTEAM Presentation</dc:title>
  <cp:lastModifiedBy>Дарья Скворцова</cp:lastModifiedBy>
  <cp:revision>1</cp:revision>
  <dcterms:created xsi:type="dcterms:W3CDTF">2006-08-16T00:00:00Z</dcterms:created>
  <dcterms:modified xsi:type="dcterms:W3CDTF">2026-03-23T20:40:22Z</dcterms:modified>
  <dc:identifier>DAHEy2o-Nq0</dc:identifier>
</cp:coreProperties>
</file>